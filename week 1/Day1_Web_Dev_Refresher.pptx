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 Refresher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JavaScript Basics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 ·  Advanced Web Development (MERN) — July 2026 Cohort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3794760"/>
            <a:ext cx="201168" cy="20116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3794760"/>
            <a:ext cx="201168" cy="20116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3794760"/>
            <a:ext cx="201168" cy="201168"/>
          </a:xfrm>
          <a:prstGeom prst="ellipse">
            <a:avLst/>
          </a:prstGeom>
          <a:solidFill>
            <a:srgbClr val="F0DB4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fast, hands-on refresher before we dive into advanced material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E44D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7476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81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Basics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8928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markup — the skeleton of every page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423160"/>
            <a:ext cx="566928" cy="566928"/>
          </a:xfrm>
          <a:prstGeom prst="ellipse">
            <a:avLst/>
          </a:prstGeom>
          <a:solidFill>
            <a:srgbClr val="264D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257056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404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Basics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271576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&amp; layout — the box model, selectors, Flexbox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39352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27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Basics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5387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Interactivity — variables, functions, the DOM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21648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050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3616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one small page together, piece by piece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Layers of the Web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874520"/>
            <a:ext cx="640080" cy="640080"/>
          </a:xfrm>
          <a:prstGeom prst="ellipse">
            <a:avLst/>
          </a:prstGeom>
          <a:solidFill>
            <a:srgbClr val="E44D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181" y="20409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29992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4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337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 the page — headings, text, images, links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874520"/>
            <a:ext cx="640080" cy="640080"/>
          </a:xfrm>
          <a:prstGeom prst="ellipse">
            <a:avLst/>
          </a:prstGeom>
          <a:solidFill>
            <a:srgbClr val="264DE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83280" y="29992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66160" y="3337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looks — colors, layout, spacing, fonts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63640" y="160020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69480" y="1874520"/>
            <a:ext cx="640080" cy="64008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901" y="204094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63640" y="29992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46520" y="3337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— interactivity, logic, updates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960120"/>
            <a:ext cx="822960" cy="822960"/>
          </a:xfrm>
          <a:prstGeom prst="ellipse">
            <a:avLst/>
          </a:prstGeom>
          <a:solidFill>
            <a:srgbClr val="E44D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490" y="11740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A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  ·   CSS   ·   JavaScript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HTML Page Starts the Same 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453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15453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4114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Page&lt;/title&gt;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content goes here --&gt;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8470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the browser this is HTML5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9496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0" y="2624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the entire page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9496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3401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— title, charset. Not visible on the page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9496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4178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user actually sees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You'll Use Constantly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&lt;h1&gt; – &lt;h6&gt;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Headings, largest to smallest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paragraph of 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&lt;a href=""&gt;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link to another page or section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&lt;img src="" alt=""&gt;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image (always include alt text)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&lt;ul&gt;, &lt;ol&gt;, &lt;li&gt;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Unordered / ordered lists and their items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&lt;div&gt;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block-level container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&lt;span&gt;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inline container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HTML: Say What You Mean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tags replace generic &lt;div&gt;s and describe the role of each region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03120" y="150876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DE9E1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5087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4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2084832"/>
            <a:ext cx="4389120" cy="365760"/>
          </a:xfrm>
          <a:prstGeom prst="roundRect">
            <a:avLst>
              <a:gd name="adj" fmla="val 12500"/>
            </a:avLst>
          </a:prstGeom>
          <a:solidFill>
            <a:srgbClr val="FFF3EC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0848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4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2560320"/>
            <a:ext cx="4937760" cy="1371600"/>
          </a:xfrm>
          <a:prstGeom prst="roundRect">
            <a:avLst>
              <a:gd name="adj" fmla="val 3333"/>
            </a:avLst>
          </a:prstGeom>
          <a:solidFill>
            <a:srgbClr val="E8ECFD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26151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926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2926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4041648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1F0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40416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Code: Build a Page Skeleton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6192" y="13167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3167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938528" y="13167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572768"/>
            <a:ext cx="5943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&lt;h1&gt;My Site&lt;/h1&gt;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&lt;nav&gt;...&lt;/nav&gt;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&lt;/header&gt;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&lt;h2&gt;Welcome&lt;/h2&gt;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&lt;p&gt;...&lt;/p&gt;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&lt;p&gt;&amp;copy; 2026&lt;/p&gt;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&lt;/footer&gt;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3525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this together — swap in real content as you 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960120"/>
            <a:ext cx="822960" cy="822960"/>
          </a:xfrm>
          <a:prstGeom prst="ellipse">
            <a:avLst/>
          </a:prstGeom>
          <a:solidFill>
            <a:srgbClr val="264DE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490" y="11740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A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  ·   CSS   ·   JavaScript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Selector, Property, Value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453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15453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navy;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5361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 →  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12080" y="1847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which element(s) to style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23774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4505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 →  color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2761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changing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32918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3649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 →  navy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12080" y="3675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setting you're applying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it in &lt;head&gt;:  &lt;link rel="stylesheet" href="style.css"&gt;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Selectors You'll Use Most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Selector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{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&lt;p&gt; tags on the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.card {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element with class="card" (reusable)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#header {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one element with id="header" (unique)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are reusable across many elements; IDs are unique to one element per page.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Box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320040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1600200"/>
            <a:ext cx="557784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1965960"/>
            <a:ext cx="4846320" cy="164592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331720"/>
            <a:ext cx="4114800" cy="914400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23317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5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(outside the box) → Border (the edge) → Padding (inside, before content) → 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You'll Reach for Every Day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color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background-color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 color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font-size / font-family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Typography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margin / padding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Spacing outside / inside the box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width / height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Box dimensions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border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around the box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in One Slide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display: flex turns a container's children into a flexible row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731520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160020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64DE4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002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931920" y="160020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E44D26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6002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0" y="160020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0DB4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6002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907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axis  →  justify-content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2834640"/>
            <a:ext cx="67665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32461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3374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4560" y="3374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2395728" y="3374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2057400" y="3630168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Code: Style the Skeleton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6192" y="13624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3624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938528" y="13624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618488"/>
            <a:ext cx="5943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#1E2761;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40px;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3982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the page we built together on the last live-code slide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96012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490" y="11740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A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  ·   CSS   ·   JavaScript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Data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694944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61872" y="149961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49961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49961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755648"/>
            <a:ext cx="64922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0;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 change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"Ada";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can't be reassigned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types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   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boolean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1 }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Functions: Reusable Blocks of Logic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6949440" cy="2926080"/>
          </a:xfrm>
          <a:prstGeom prst="roundRect">
            <a:avLst>
              <a:gd name="adj" fmla="val 25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61872" y="15910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5910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5910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847088"/>
            <a:ext cx="64922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"Hello, " + name;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(shorter syntax)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(name) =&gt; `Hello, ${name}`;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greet("Ada");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"Hello, Ada"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Elements &amp; Responding to Clicks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E8ECF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51406"/>
            <a:ext cx="263347" cy="26334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1600200"/>
            <a:ext cx="658368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27632" y="172821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4"/>
          <p:cNvSpPr/>
          <p:nvPr/>
        </p:nvSpPr>
        <p:spPr>
          <a:xfrm>
            <a:off x="1828800" y="172821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5"/>
          <p:cNvSpPr/>
          <p:nvPr/>
        </p:nvSpPr>
        <p:spPr>
          <a:xfrm>
            <a:off x="2029968" y="172821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6"/>
          <p:cNvSpPr/>
          <p:nvPr/>
        </p:nvSpPr>
        <p:spPr>
          <a:xfrm>
            <a:off x="1691640" y="1984248"/>
            <a:ext cx="6126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button = document.querySelector("#myButton");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button.addEventListener("click", ()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console.log("Button clicked!");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querySelector finds an element  ·  addEventListener listens for something happening to 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Code: Make the Button Do Something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8992" y="140817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40817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40817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64208"/>
            <a:ext cx="68580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id="toggleBtn"&gt;Show More&lt;/button&gt;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id="details" style="display:none"&gt;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 details appear here.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btn = document.querySelector("#toggleBtn");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details = document.querySelector("#details");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btn.addEventListener("click", () =&gt;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details.style.display =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details.style.display === "none" ? "block" : "none";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3525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this to the page we've been building — click and watch it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74320" cy="274320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gives 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semantic tags — header, nav, main, section, footer — not just &lt;div&gt;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gives style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Selectors target elements; the box model controls spacing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274320" cy="27432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gives behavior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functions, and the DOM make pages interactive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the Day 1 diagnostic — 75 minutes, on your 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Refresher  ·  Slide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206240" y="3063240"/>
            <a:ext cx="201168" cy="20116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4" name="Shape 2"/>
          <p:cNvSpPr/>
          <p:nvPr/>
        </p:nvSpPr>
        <p:spPr>
          <a:xfrm>
            <a:off x="4526280" y="3063240"/>
            <a:ext cx="201168" cy="20116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3063240"/>
            <a:ext cx="201168" cy="201168"/>
          </a:xfrm>
          <a:prstGeom prst="ellipse">
            <a:avLst/>
          </a:prstGeom>
          <a:solidFill>
            <a:srgbClr val="F0DB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Refresher — HTML, CSS &amp; JavaScript Basics</dc:title>
  <dc:subject>PptxGenJS Presentation</dc:subject>
  <dc:creator>Instructor</dc:creator>
  <cp:lastModifiedBy>Instructor</cp:lastModifiedBy>
  <cp:revision>1</cp:revision>
  <dcterms:created xsi:type="dcterms:W3CDTF">2026-07-06T09:53:32Z</dcterms:created>
  <dcterms:modified xsi:type="dcterms:W3CDTF">2026-07-06T09:53:32Z</dcterms:modified>
</cp:coreProperties>
</file>