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188720"/>
            <a:ext cx="3657600" cy="36576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291840"/>
            <a:ext cx="3108960" cy="310896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61DAF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&amp; React Router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page to a real, multi-page application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Web Development (MERN) — Follow-up to React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Halves, One Upgraded To-Do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4173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1371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Components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7007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forms driven by state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9544" y="128016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3346704" y="14173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346704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31336" y="1371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Submission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31336" y="17007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preventDefault &amp; validation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61888" y="128016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9048" y="14173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048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1371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Setup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17007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BrowserRouter &amp; Routes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359152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24963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8992" y="2450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277977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&amp; useNavigate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9544" y="2359152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3346704" y="24963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3346704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31336" y="2450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31336" y="277977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useParams for URL data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61888" y="2359152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4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9048" y="24963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099048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0" y="2450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0" y="277977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2-page routed To-Do app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Snippets Run Inside a React 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plain JS, React code can't run directly in Node or a bare HTML file — it needs a React project with a build tool running.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2194560"/>
          </a:xfrm>
          <a:prstGeom prst="roundRect">
            <a:avLst>
              <a:gd name="adj" fmla="val 333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993392"/>
            <a:ext cx="771753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one-time setup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create vite@latest my-app -- --template react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my-app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react-router-dom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every time you work on it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opens at http://localhost:5173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live-code slide from here has a "RUN: npm run dev" tag — meaning: edit the file, save, and the browser auto-refreshes.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2926080"/>
            <a:ext cx="2743200" cy="27432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Components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driven by state, not the browser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Becomes the Source of Truth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HTML, an &lt;input&gt; remembers its own value. React flips this: state holds the value, and the input just displays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993392"/>
            <a:ext cx="7717536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NameForm() {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[name, setName] = useState("");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&lt;input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value={name}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onChange={(e) =&gt; setName(e.target.value)}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/&gt;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0" y="347472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61DAF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0" y="3474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npm run dev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First Controlled Input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3246120"/>
          </a:xfrm>
          <a:prstGeom prst="roundRect">
            <a:avLst>
              <a:gd name="adj" fmla="val 2254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99032"/>
            <a:ext cx="7717536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"react";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[text, setText] = useState("");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&lt;div&gt;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&lt;input value={text} onChange={(e) =&gt; setText(e.target.value)} /&gt;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&lt;p&gt;You typed: {text}&lt;/p&gt;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&lt;/div&gt;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State Object, Many Fields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2103120"/>
          </a:xfrm>
          <a:prstGeom prst="roundRect">
            <a:avLst>
              <a:gd name="adj" fmla="val 3478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99032"/>
            <a:ext cx="771753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[formData, setFormData] = useState({ name: "", email: "" });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handleChange(e) {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name, value } = e.target;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setFormData({ ...formData, [name]: value });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...formData, [name]: value } copies every field, then overwrites just the one that changed — the same spread pattern from vanilla JS.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0" y="347472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61DAF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0" y="3474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npm run dev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Two-Field Signup Form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3566160"/>
          </a:xfrm>
          <a:prstGeom prst="roundRect">
            <a:avLst>
              <a:gd name="adj" fmla="val 205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53312"/>
            <a:ext cx="771753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SignupForm() {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[formData, setFormData] = useState({ name: "", email: "" });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function handleChange(e) {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{ name, value } = e.target;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setFormData({ ...formData, [name]: value });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&lt;form&gt;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&lt;input name="name" value={formData.name} onChange={handleChange} /&gt;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&lt;input name="email" value={formData.email} onChange={handleChange} /&gt;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&lt;/form&gt;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SUBMIT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preventDefault Stops the Page Reload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submitting a form reloads the whole page — the browser's pre-JavaScript behavior. In React this would wipe every bit of state.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993392"/>
            <a:ext cx="771753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handleSubmit(e)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e.preventDefault();   // stop the reload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console.log("Submitting:", formData);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onSubmit={handleSubmit}&gt;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handler to onSubmit on the &lt;form&gt;, not onClick on the button — this way Enter-to-submit works too.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0" y="347472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61DAF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0" y="3474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npm run dev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Login Form With Submit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3566160"/>
          </a:xfrm>
          <a:prstGeom prst="roundRect">
            <a:avLst>
              <a:gd name="adj" fmla="val 205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53312"/>
            <a:ext cx="771753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LoginForm() {</a:t>
            </a:r>
            <a:endParaRPr lang="en-US" sz="10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[email, setEmail] = useState("");</a:t>
            </a:r>
            <a:endParaRPr lang="en-US" sz="1060" dirty="0"/>
          </a:p>
          <a:p>
            <a:pPr indent="0" marL="0">
              <a:lnSpc>
                <a:spcPct val="112000"/>
              </a:lnSpc>
              <a:buNone/>
            </a:pPr>
            <a:endParaRPr lang="en-US" sz="10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function handleSubmit(e) {</a:t>
            </a:r>
            <a:endParaRPr lang="en-US" sz="10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e.preventDefault();</a:t>
            </a:r>
            <a:endParaRPr lang="en-US" sz="10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alert(`Logging in as ${email}`);</a:t>
            </a:r>
            <a:endParaRPr lang="en-US" sz="10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60" dirty="0"/>
          </a:p>
          <a:p>
            <a:pPr indent="0" marL="0">
              <a:lnSpc>
                <a:spcPct val="112000"/>
              </a:lnSpc>
              <a:buNone/>
            </a:pPr>
            <a:endParaRPr lang="en-US" sz="10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</a:t>
            </a:r>
            <a:endParaRPr lang="en-US" sz="10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&lt;form onSubmit={handleSubmit}&gt;</a:t>
            </a:r>
            <a:endParaRPr lang="en-US" sz="10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&lt;input value={email} onChange={(e) =&gt; setEmail(e.target.value)} /&gt;</a:t>
            </a:r>
            <a:endParaRPr lang="en-US" sz="10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&lt;button type="submit"&gt;Log In&lt;/button&gt;</a:t>
            </a:r>
            <a:endParaRPr lang="en-US" sz="10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&lt;/form&gt;</a:t>
            </a:r>
            <a:endParaRPr lang="en-US" sz="10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53312"/>
            <a:ext cx="7717536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handleSubmit(e) {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e.preventDefault();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(email.trim() === "") {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setError("Email is required");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setError("");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proceed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{error &amp;&amp; &lt;p className="error"&gt;{error}&lt;/p&gt;}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error message in state, then render it conditionally — same {condition &amp;&amp; &lt;p&gt;} pattern from last session.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2926080"/>
            <a:ext cx="2743200" cy="27432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Router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one page into a real multi-page app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LIBRARY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Router: Multiple "Pages," One HTML File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lets a React app show different components depending on the URL — without the browser making a real page request.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084832"/>
            <a:ext cx="77175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react-router-dom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separate package on top of React itself — not something built in.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 the App in BrowserRouter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651760"/>
          </a:xfrm>
          <a:prstGeom prst="roundRect">
            <a:avLst>
              <a:gd name="adj" fmla="val 2759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53312"/>
            <a:ext cx="771753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BrowserRouter } from "react-router-dom";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Main() {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&lt;BrowserRouter&gt;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&lt;App /&gt;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&lt;/BrowserRouter&gt;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that needs routing must live inside this one wrapper — usually placed at the very root of the app.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URLS TO COMPONENTS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&lt;Routes&gt; and &lt;Route&gt;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200400"/>
          </a:xfrm>
          <a:prstGeom prst="roundRect">
            <a:avLst>
              <a:gd name="adj" fmla="val 2286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53312"/>
            <a:ext cx="771753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Routes, Route } from "react-router-dom";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&lt;Routes&gt;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&lt;Route path="/" element={&lt;Home /&gt;} /&gt;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&lt;Route path="/about" element={&lt;About /&gt;} /&gt;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&lt;Route path="/todos" element={&lt;TodoApp /&gt;} /&gt;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&lt;/Routes&gt;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0" y="347472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61DAF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0" y="3474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npm run dev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Three Routes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3246120"/>
          </a:xfrm>
          <a:prstGeom prst="roundRect">
            <a:avLst>
              <a:gd name="adj" fmla="val 2254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53312"/>
            <a:ext cx="7717536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Home() { return &lt;h1&gt;Home Page&lt;/h1&gt;; 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About() { return &lt;h1&gt;About Page&lt;/h1&gt;; 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&lt;Routes&gt;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&lt;Route path="/" element={&lt;Home /&gt;} /&gt;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&lt;Route path="/about" element={&lt;About /&gt;} /&gt;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&lt;/Routes&gt;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/about directly in the URL bar — the page swaps with no reload, and no nav bar exists yet on purpose.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WITHOUT RELOADING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&lt;Link&gt; Replaces &lt;a&gt;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200400"/>
          </a:xfrm>
          <a:prstGeom prst="roundRect">
            <a:avLst>
              <a:gd name="adj" fmla="val 2286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53312"/>
            <a:ext cx="771753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Link } from "react-router-dom";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NavBar() 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&lt;nav&gt;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&lt;Link to="/"&gt;Home&lt;/Link&gt;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&lt;Link to="/about"&gt;About&lt;/Link&gt;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&lt;Link to="/todos"&gt;My Todos&lt;/Link&gt;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&lt;/nav&gt;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&lt;a href="/about"&gt; triggers a full page reload. &lt;Link to="/about"&gt; swaps components instantly.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FROM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useNavigate: Redirect After an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200400"/>
          </a:xfrm>
          <a:prstGeom prst="roundRect">
            <a:avLst>
              <a:gd name="adj" fmla="val 2286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53312"/>
            <a:ext cx="771753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useNavigate } from "react-router-dom";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LoginForm() 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navigate = useNavigate();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function handleSubmit(e) 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e.preventDefault();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...log the user in...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navigate("/todos");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0" y="347472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61DAF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0" y="3474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npm run dev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Redirect After a Successful Submit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3566160"/>
          </a:xfrm>
          <a:prstGeom prst="roundRect">
            <a:avLst>
              <a:gd name="adj" fmla="val 205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53312"/>
            <a:ext cx="771753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AddTodoForm({ onAdd }) {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[text, setText] = useState("");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navigate = useNavigate();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function handleSubmit(e) {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e.preventDefault();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(text.trim() === "") return;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onAdd(text);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navigate("/");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&lt;form onSubmit={handleSubmit}&gt;...&lt;/form&gt;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ROUTE, MANY PAGES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Routes &amp; useParams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651760"/>
          </a:xfrm>
          <a:prstGeom prst="roundRect">
            <a:avLst>
              <a:gd name="adj" fmla="val 2759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53312"/>
            <a:ext cx="771753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&lt;Route path="/products/:id" element={&lt;ProductPage /&gt;} /&gt;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useParams } from "react-router-dom";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ProductPage() {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id } = useParams();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&lt;p&gt;Showing product #{id}&lt;/p&gt;;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Visiting /products/42 renders ProductPage, with useParams() reading id as "42" straight from the URL.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0" y="347472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61DAF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0" y="3474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npm run dev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Dynamic Product Page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3246120"/>
          </a:xfrm>
          <a:prstGeom prst="roundRect">
            <a:avLst>
              <a:gd name="adj" fmla="val 2254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53312"/>
            <a:ext cx="7717536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products = [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id: "1", name: "Keyboard" },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id: "2", name: "Mouse" },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ProductPage()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id } = useParams();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product = products.find(p =&gt; p.id === id);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&lt;h1&gt;{product?.name ?? "Not found"}&lt;/h1&gt;;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2926080"/>
            <a:ext cx="2743200" cy="27432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Capstone: Multi-Page To-Do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both sessions, in one routed app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0" y="347472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61DAF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0" y="3474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npm run dev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&amp; 2 — Routes and the List Page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3566160"/>
          </a:xfrm>
          <a:prstGeom prst="roundRect">
            <a:avLst>
              <a:gd name="adj" fmla="val 205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53312"/>
            <a:ext cx="771753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&lt;Routes&gt;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&lt;Route path="/" element={&lt;TodoList todos={todos} /&gt;} /&gt;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&lt;Route path="/add" element={&lt;AddTodoForm onAdd={addTodo} /&gt;} /&gt;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&lt;/Routes&gt;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TodoList({ todos })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&lt;div&gt;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&lt;ul&gt;{todos.map((t, i) =&gt; &lt;li key={i}&gt;{t}&lt;/li&gt;)}&lt;/ul&gt;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&lt;Link to="/add"&gt;+ Add a task&lt;/Link&gt;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&lt;/div&gt;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0" y="347472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61DAF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0" y="3474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npm run dev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The Add Page, With a Real Form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3657600"/>
          </a:xfrm>
          <a:prstGeom prst="roundRect">
            <a:avLst>
              <a:gd name="adj" fmla="val 200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35024"/>
            <a:ext cx="7717536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AddTodoForm({ onAdd }) {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[text, setText] = useState("");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navigate = useNavigate();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function handleSubmit(e) {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e.preventDefault();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(text.trim() === "") return;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onAdd(text);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navigate("/");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&lt;form onSubmit={handleSubmit}&gt;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&lt;input value={text} onChange={(e) =&gt; setText(e.target.value)} /&gt;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&lt;button type="submit"&gt;Add Task&lt;/button&gt;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&lt;/form&gt;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We Covered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components: state drives value, onChange keeps it in sync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multiple fields with one state object and spread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preventDefault() to stop the default page reload on submit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validation with conditionals and an error message in state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BrowserRouter, Routes, and Route to map URLs to components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and useNavigate for navigation without reloading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routes and useParams for URL-driven pages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multi-page To-Do app tying forms and routing together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 THESE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value without onChange — the input appears frozen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e.preventDefault() — the page reloads and state is lost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&lt;a href&gt; instead of &lt;Link to&gt; — triggers a full reload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outside &lt;Routes&gt;, or the app outside &lt;BrowserRouter&gt;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useParams() values are always strings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200400" cy="32004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connecting this to a real backend — Node.js &amp; Express.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Router  ·  Slide 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Forms, Controlled Components &amp; React Router</dc:title>
  <dc:subject>PptxGenJS Presentation</dc:subject>
  <dc:creator>Advanced Web Development (MERN)</dc:creator>
  <cp:lastModifiedBy>Advanced Web Development (MERN)</cp:lastModifiedBy>
  <cp:revision>1</cp:revision>
  <dcterms:created xsi:type="dcterms:W3CDTF">2026-07-22T09:29:26Z</dcterms:created>
  <dcterms:modified xsi:type="dcterms:W3CDTF">2026-07-22T09:29:26Z</dcterms:modified>
</cp:coreProperties>
</file>