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188720"/>
            <a:ext cx="3657600" cy="365760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291840"/>
            <a:ext cx="3108960" cy="310896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6CC2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Fundamentals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JavaScript, Outside the Browser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Web Development (MERN) — The First Step Into the Backend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Scripts to a Real Server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4173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8992" y="13716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Node?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8992" y="170078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outside the browser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9544" y="1280160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3346704" y="14173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346704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31336" y="13716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31336" y="170078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&amp; module.exports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61888" y="1280160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099048" y="14173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099048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13716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&amp; package.json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170078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dependencies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359152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F4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24963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78992" y="24505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Modules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8992" y="277977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fs, path, and friends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9544" y="2359152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F4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3346704" y="24963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3346704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31336" y="24505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Basic HTTP Server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31336" y="277977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http.createServer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61888" y="2359152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F4F6FC"/>
          </a:solidFill>
          <a:ln/>
        </p:spPr>
      </p:sp>
      <p:sp>
        <p:nvSpPr>
          <p:cNvPr id="30" name="Shape 28"/>
          <p:cNvSpPr/>
          <p:nvPr/>
        </p:nvSpPr>
        <p:spPr>
          <a:xfrm>
            <a:off x="6099048" y="24963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099048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83680" y="24505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83680" y="277977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file-reading project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Slide 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JavaScript, New Environment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file.js command used throughout this course was already Node.js. Today formalizes what it actually is — and unlocks its real purpose: building the server a React app will talk 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Browser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document, window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access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file system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210312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Node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27432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document/window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 access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act as a server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Slide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2926080"/>
            <a:ext cx="2743200" cy="274320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C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&amp; npm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require/module.exports · npm · package.json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Slide 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37960" y="347472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6CC24A"/>
          </a:solidFill>
          <a:ln/>
        </p:spPr>
      </p:sp>
      <p:sp>
        <p:nvSpPr>
          <p:cNvPr id="4" name="Text 2"/>
          <p:cNvSpPr/>
          <p:nvPr/>
        </p:nvSpPr>
        <p:spPr>
          <a:xfrm>
            <a:off x="6537960" y="34747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NODE TERMINAL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REPL vs Running a File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965960"/>
          </a:xfrm>
          <a:prstGeom prst="roundRect">
            <a:avLst>
              <a:gd name="adj" fmla="val 3721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399032"/>
            <a:ext cx="7717536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2 + 2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console.log("hi")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.exit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alone opens a live playground (the REPL). node filename.js runs a real file — the workflow used all course long.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Slide 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CODE BETWEEN FILES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require() &amp; module.exports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377440"/>
          </a:xfrm>
          <a:prstGeom prst="roundRect">
            <a:avLst>
              <a:gd name="adj" fmla="val 307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353312"/>
            <a:ext cx="771753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math.js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add(a, b) { return a + b; }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CC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module.exports = add;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app.js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CC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add = require("./math.js");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console.log(add(2, 3));  // 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file is isolated by default — nothing is shared until it's explicitly exported and required elsewhere.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Slide 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37960" y="347472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6CC24A"/>
          </a:solidFill>
          <a:ln/>
        </p:spPr>
      </p:sp>
      <p:sp>
        <p:nvSpPr>
          <p:cNvPr id="4" name="Text 2"/>
          <p:cNvSpPr/>
          <p:nvPr/>
        </p:nvSpPr>
        <p:spPr>
          <a:xfrm>
            <a:off x="6537960" y="34747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NODE TERMINAL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Your Own Module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3200400"/>
          </a:xfrm>
          <a:prstGeom prst="roundRect">
            <a:avLst>
              <a:gd name="adj" fmla="val 2286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353312"/>
            <a:ext cx="771753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2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greetings.js</a:t>
            </a:r>
            <a:endParaRPr lang="en-US" sz="12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2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morning(name) { return `Good morning, ${name}!`; }</a:t>
            </a:r>
            <a:endParaRPr lang="en-US" sz="12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2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evening(name) { return `Good evening, ${name}!`; }</a:t>
            </a:r>
            <a:endParaRPr lang="en-US" sz="1220" dirty="0"/>
          </a:p>
          <a:p>
            <a:pPr indent="0" marL="0">
              <a:lnSpc>
                <a:spcPct val="112000"/>
              </a:lnSpc>
              <a:buNone/>
            </a:pPr>
            <a:endParaRPr lang="en-US" sz="12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20" dirty="0">
                <a:solidFill>
                  <a:srgbClr val="6CC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module.exports = { morning, evening };</a:t>
            </a:r>
            <a:endParaRPr lang="en-US" sz="1220" dirty="0"/>
          </a:p>
          <a:p>
            <a:pPr indent="0" marL="0">
              <a:lnSpc>
                <a:spcPct val="112000"/>
              </a:lnSpc>
              <a:buNone/>
            </a:pPr>
            <a:endParaRPr lang="en-US" sz="12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2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index.js</a:t>
            </a:r>
            <a:endParaRPr lang="en-US" sz="12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20" dirty="0">
                <a:solidFill>
                  <a:srgbClr val="6CC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morning, evening } = require("./greetings.js");</a:t>
            </a:r>
            <a:endParaRPr lang="en-US" sz="12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2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console.log(morning("Ada"));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Slide 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DEPENDENCIES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npm &amp; package.json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353312"/>
            <a:ext cx="77175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init -y          // create a package.json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express  // install &amp; save a dependency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8229600" cy="1737360"/>
          </a:xfrm>
          <a:prstGeom prst="roundRect">
            <a:avLst>
              <a:gd name="adj" fmla="val 4211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2770632"/>
            <a:ext cx="771753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"my-server",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"scripts": { "start": "node server.js" },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"dependencies": { "express": "^4.19.2" }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Slide 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2926080"/>
            <a:ext cx="2743200" cy="274320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C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Modules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 · path · and a raw HTTP server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Slide 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NPM INSTALL NEEDED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fs &amp; path — Built Right 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353312"/>
            <a:ext cx="771753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CC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fs = require("fs");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CC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path = require("path");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fs.readFile("notes.txt", "utf8", (err, data) =&gt;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(err) { console.error(err); return; 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console.log(data);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fullPath = path.join(__dirname, "data", "notes.txt");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(err, data) callback shape — Node's "error-first callback" convention. Always check err first.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Slide 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37960" y="347472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6CC24A"/>
          </a:solidFill>
          <a:ln/>
        </p:spPr>
      </p:sp>
      <p:sp>
        <p:nvSpPr>
          <p:cNvPr id="4" name="Text 2"/>
          <p:cNvSpPr/>
          <p:nvPr/>
        </p:nvSpPr>
        <p:spPr>
          <a:xfrm>
            <a:off x="6537960" y="34747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NODE TERMINAL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Names From a File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3291840"/>
          </a:xfrm>
          <a:prstGeom prst="roundRect">
            <a:avLst>
              <a:gd name="adj" fmla="val 2222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353312"/>
            <a:ext cx="7717536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CC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fs = require("fs");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fs.readFile("names.txt", "utf8", (err, data) =&gt; {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CC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(err) {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console.error("Could not read file:", err.message);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CC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names = data.split("\n").filter(Boolean);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names.forEach((name) =&gt; console.log(`Hello, ${name}!`));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Slide 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SERVER ACTUALLY 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http.createServer, From Scratch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108960"/>
          </a:xfrm>
          <a:prstGeom prst="roundRect">
            <a:avLst>
              <a:gd name="adj" fmla="val 235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353312"/>
            <a:ext cx="7717536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CC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http = require("http");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server = http.createServer((req, res) =&gt;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res.writeHead(200, { "Content-Type": "text/plain" });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res.end("Hello from Node!");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CC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server.listen(3000, () =&gt;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console.log("Server running on http://localhost:3000");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Slide 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37960" y="347472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6CC24A"/>
          </a:solidFill>
          <a:ln/>
        </p:spPr>
      </p:sp>
      <p:sp>
        <p:nvSpPr>
          <p:cNvPr id="4" name="Text 2"/>
          <p:cNvSpPr/>
          <p:nvPr/>
        </p:nvSpPr>
        <p:spPr>
          <a:xfrm>
            <a:off x="6537960" y="34747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NODE TERMINAL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Your First Server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Save the previous code as server.js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Run: node server.js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Open http://localhost:3000 in your browser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That page load is a real HTTP request hitting your function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" y="3456432"/>
            <a:ext cx="77175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This is exactly what fetch() was talking to —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just aimed at a mock API instead of your own server.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Slide 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OUTSIDE THE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Variables &amp; .env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514600"/>
          </a:xfrm>
          <a:prstGeom prst="roundRect">
            <a:avLst>
              <a:gd name="adj" fmla="val 2909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353312"/>
            <a:ext cx="7717536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.env (never committed to git)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PORT=4000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server.js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CC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require("dotenv").config();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port = process.env.PORT || 3000;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server.listen(port, () =&gt; console.log(`Running on port ${port}`));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becomes essential once real credentials — like a MongoDB password — enter the picture in a later session.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Slide 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2926080"/>
            <a:ext cx="2743200" cy="274320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C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project tying modules, npm &amp; fs together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Slide 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37960" y="347472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6CC24A"/>
          </a:solidFill>
          <a:ln/>
        </p:spPr>
      </p:sp>
      <p:sp>
        <p:nvSpPr>
          <p:cNvPr id="4" name="Text 2"/>
          <p:cNvSpPr/>
          <p:nvPr/>
        </p:nvSpPr>
        <p:spPr>
          <a:xfrm>
            <a:off x="6537960" y="34747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NODE TERMINAL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Greeting App: Read a File, Greet Everyone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3657600"/>
          </a:xfrm>
          <a:prstGeom prst="roundRect">
            <a:avLst>
              <a:gd name="adj" fmla="val 2000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335024"/>
            <a:ext cx="7717536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greeting-app &amp;&amp; cd greeting-app &amp;&amp; npm init -y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names.txt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Grace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Alan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index.js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CC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fs = require("fs");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fs.readFile("names.txt", "utf8", (err, data) =&gt;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(err) return console.error(err.message);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data.split("\n").filter(Boolean).forEach((name) =&gt;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console.log(`Hello, ${name}!`);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Slide 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We Covered Today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runs JavaScript outside the browser — same language, new environment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REPL for quick experiments vs running real files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Modules: require() and module.exports to share code between files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and package.json for managing project dependencies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modules: fs for files, path for safe file paths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raw HTTP server with http.createServer and server.listen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and .env for config kept outside the code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Slide 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FOR THESE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./ in a relative require — Node looks for an installed package instead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checking err first in an error-first callback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Hand-editing files inside node_modules — lost on the next npm install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Committing a .env file to git — secrets end up in version history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server.listen(port) — the server never actually starts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Slide 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200400" cy="320040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Express — turning this raw server into a real REST API.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Slide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Node.js Fundamentals</dc:title>
  <dc:subject>PptxGenJS Presentation</dc:subject>
  <dc:creator>Advanced Web Development (MERN)</dc:creator>
  <cp:lastModifiedBy>Advanced Web Development (MERN)</cp:lastModifiedBy>
  <cp:revision>1</cp:revision>
  <dcterms:created xsi:type="dcterms:W3CDTF">2026-07-27T08:36:30Z</dcterms:created>
  <dcterms:modified xsi:type="dcterms:W3CDTF">2026-07-27T08:36:30Z</dcterms:modified>
</cp:coreProperties>
</file>